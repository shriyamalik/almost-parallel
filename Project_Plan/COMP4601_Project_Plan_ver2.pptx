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shek Poddar" userId="ff0244784684506c" providerId="LiveId" clId="{756DBCCA-1FC0-45FB-A0E7-FC946107CF52}"/>
    <pc:docChg chg="undo custSel modSld sldOrd">
      <pc:chgData name="Abhishek Poddar" userId="ff0244784684506c" providerId="LiveId" clId="{756DBCCA-1FC0-45FB-A0E7-FC946107CF52}" dt="2026-06-30T04:07:54.735" v="504" actId="20577"/>
      <pc:docMkLst>
        <pc:docMk/>
      </pc:docMkLst>
      <pc:sldChg chg="addSp delSp modSp mod">
        <pc:chgData name="Abhishek Poddar" userId="ff0244784684506c" providerId="LiveId" clId="{756DBCCA-1FC0-45FB-A0E7-FC946107CF52}" dt="2026-06-29T03:14:55.164" v="151" actId="255"/>
        <pc:sldMkLst>
          <pc:docMk/>
          <pc:sldMk cId="0" sldId="256"/>
        </pc:sldMkLst>
        <pc:spChg chg="del">
          <ac:chgData name="Abhishek Poddar" userId="ff0244784684506c" providerId="LiveId" clId="{756DBCCA-1FC0-45FB-A0E7-FC946107CF52}" dt="2026-06-29T02:58:20.011" v="0" actId="478"/>
          <ac:spMkLst>
            <pc:docMk/>
            <pc:sldMk cId="0" sldId="256"/>
            <ac:spMk id="3" creationId="{00000000-0000-0000-0000-000000000000}"/>
          </ac:spMkLst>
        </pc:spChg>
        <pc:spChg chg="del">
          <ac:chgData name="Abhishek Poddar" userId="ff0244784684506c" providerId="LiveId" clId="{756DBCCA-1FC0-45FB-A0E7-FC946107CF52}" dt="2026-06-29T02:58:23.604" v="1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2:20.612" v="72" actId="1076"/>
          <ac:spMkLst>
            <pc:docMk/>
            <pc:sldMk cId="0" sldId="256"/>
            <ac:spMk id="5" creationId="{00000000-0000-0000-0000-000000000000}"/>
          </ac:spMkLst>
        </pc:spChg>
        <pc:spChg chg="add del mod">
          <ac:chgData name="Abhishek Poddar" userId="ff0244784684506c" providerId="LiveId" clId="{756DBCCA-1FC0-45FB-A0E7-FC946107CF52}" dt="2026-06-29T03:14:55.164" v="151" actId="255"/>
          <ac:spMkLst>
            <pc:docMk/>
            <pc:sldMk cId="0" sldId="256"/>
            <ac:spMk id="6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2:04.603" v="48" actId="20577"/>
          <ac:spMkLst>
            <pc:docMk/>
            <pc:sldMk cId="0" sldId="256"/>
            <ac:spMk id="7" creationId="{00000000-0000-0000-0000-000000000000}"/>
          </ac:spMkLst>
        </pc:spChg>
        <pc:spChg chg="add del mod">
          <ac:chgData name="Abhishek Poddar" userId="ff0244784684506c" providerId="LiveId" clId="{756DBCCA-1FC0-45FB-A0E7-FC946107CF52}" dt="2026-06-29T03:01:45.525" v="46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1:45.525" v="46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3:54.548" v="144" actId="1076"/>
          <ac:spMkLst>
            <pc:docMk/>
            <pc:sldMk cId="0" sldId="256"/>
            <ac:spMk id="25" creationId="{00000000-0000-0000-0000-000000000000}"/>
          </ac:spMkLst>
        </pc:spChg>
        <pc:picChg chg="mod">
          <ac:chgData name="Abhishek Poddar" userId="ff0244784684506c" providerId="LiveId" clId="{756DBCCA-1FC0-45FB-A0E7-FC946107CF52}" dt="2026-06-29T03:13:50.985" v="143" actId="1076"/>
          <ac:picMkLst>
            <pc:docMk/>
            <pc:sldMk cId="0" sldId="256"/>
            <ac:picMk id="2" creationId="{00000000-0000-0000-0000-000000000000}"/>
          </ac:picMkLst>
        </pc:picChg>
      </pc:sldChg>
      <pc:sldChg chg="modSp mod">
        <pc:chgData name="Abhishek Poddar" userId="ff0244784684506c" providerId="LiveId" clId="{756DBCCA-1FC0-45FB-A0E7-FC946107CF52}" dt="2026-06-29T03:38:51.473" v="382" actId="20577"/>
        <pc:sldMkLst>
          <pc:docMk/>
          <pc:sldMk cId="0" sldId="257"/>
        </pc:sldMkLst>
        <pc:spChg chg="mod">
          <ac:chgData name="Abhishek Poddar" userId="ff0244784684506c" providerId="LiveId" clId="{756DBCCA-1FC0-45FB-A0E7-FC946107CF52}" dt="2026-06-29T03:07:39.626" v="114" actId="255"/>
          <ac:spMkLst>
            <pc:docMk/>
            <pc:sldMk cId="0" sldId="257"/>
            <ac:spMk id="3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7:28.149" v="175" actId="255"/>
          <ac:spMkLst>
            <pc:docMk/>
            <pc:sldMk cId="0" sldId="257"/>
            <ac:spMk id="5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8:56.442" v="126" actId="255"/>
          <ac:spMkLst>
            <pc:docMk/>
            <pc:sldMk cId="0" sldId="257"/>
            <ac:spMk id="6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7:34.757" v="176" actId="255"/>
          <ac:spMkLst>
            <pc:docMk/>
            <pc:sldMk cId="0" sldId="257"/>
            <ac:spMk id="7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9:02.236" v="127" actId="255"/>
          <ac:spMkLst>
            <pc:docMk/>
            <pc:sldMk cId="0" sldId="257"/>
            <ac:spMk id="8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7:40.388" v="177" actId="255"/>
          <ac:spMkLst>
            <pc:docMk/>
            <pc:sldMk cId="0" sldId="257"/>
            <ac:spMk id="9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4:13.891" v="147" actId="255"/>
          <ac:spMkLst>
            <pc:docMk/>
            <pc:sldMk cId="0" sldId="257"/>
            <ac:spMk id="10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4:33.667" v="149" actId="255"/>
          <ac:spMkLst>
            <pc:docMk/>
            <pc:sldMk cId="0" sldId="257"/>
            <ac:spMk id="12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4:38.286" v="150" actId="255"/>
          <ac:spMkLst>
            <pc:docMk/>
            <pc:sldMk cId="0" sldId="257"/>
            <ac:spMk id="13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8:51.473" v="382" actId="2057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3:04.158" v="73" actId="255"/>
          <ac:spMkLst>
            <pc:docMk/>
            <pc:sldMk cId="0" sldId="257"/>
            <ac:spMk id="25" creationId="{00000000-0000-0000-0000-000000000000}"/>
          </ac:spMkLst>
        </pc:spChg>
      </pc:sldChg>
      <pc:sldChg chg="modSp mod">
        <pc:chgData name="Abhishek Poddar" userId="ff0244784684506c" providerId="LiveId" clId="{756DBCCA-1FC0-45FB-A0E7-FC946107CF52}" dt="2026-06-29T03:18:05.726" v="183" actId="255"/>
        <pc:sldMkLst>
          <pc:docMk/>
          <pc:sldMk cId="0" sldId="258"/>
        </pc:sldMkLst>
        <pc:spChg chg="mod">
          <ac:chgData name="Abhishek Poddar" userId="ff0244784684506c" providerId="LiveId" clId="{756DBCCA-1FC0-45FB-A0E7-FC946107CF52}" dt="2026-06-29T03:06:41.657" v="103" actId="255"/>
          <ac:spMkLst>
            <pc:docMk/>
            <pc:sldMk cId="0" sldId="258"/>
            <ac:spMk id="3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5:32.404" v="101" actId="255"/>
          <ac:spMkLst>
            <pc:docMk/>
            <pc:sldMk cId="0" sldId="258"/>
            <ac:spMk id="6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8:05.726" v="183" actId="255"/>
          <ac:spMkLst>
            <pc:docMk/>
            <pc:sldMk cId="0" sldId="258"/>
            <ac:spMk id="7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8:09.535" v="117" actId="255"/>
          <ac:spMkLst>
            <pc:docMk/>
            <pc:sldMk cId="0" sldId="258"/>
            <ac:spMk id="8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8:05.522" v="182" actId="255"/>
          <ac:spMkLst>
            <pc:docMk/>
            <pc:sldMk cId="0" sldId="258"/>
            <ac:spMk id="10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8:18.627" v="122" actId="255"/>
          <ac:spMkLst>
            <pc:docMk/>
            <pc:sldMk cId="0" sldId="258"/>
            <ac:spMk id="11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7:04.639" v="107" actId="255"/>
          <ac:spMkLst>
            <pc:docMk/>
            <pc:sldMk cId="0" sldId="258"/>
            <ac:spMk id="13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8:25.633" v="123" actId="255"/>
          <ac:spMkLst>
            <pc:docMk/>
            <pc:sldMk cId="0" sldId="258"/>
            <ac:spMk id="14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7:09.183" v="108" actId="255"/>
          <ac:spMkLst>
            <pc:docMk/>
            <pc:sldMk cId="0" sldId="258"/>
            <ac:spMk id="16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8:30.880" v="124" actId="255"/>
          <ac:spMkLst>
            <pc:docMk/>
            <pc:sldMk cId="0" sldId="258"/>
            <ac:spMk id="17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7:13.249" v="109" actId="255"/>
          <ac:spMkLst>
            <pc:docMk/>
            <pc:sldMk cId="0" sldId="258"/>
            <ac:spMk id="19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8:36.862" v="125" actId="255"/>
          <ac:spMkLst>
            <pc:docMk/>
            <pc:sldMk cId="0" sldId="258"/>
            <ac:spMk id="20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3:27.431" v="141" actId="255"/>
          <ac:spMkLst>
            <pc:docMk/>
            <pc:sldMk cId="0" sldId="258"/>
            <ac:spMk id="25" creationId="{00000000-0000-0000-0000-000000000000}"/>
          </ac:spMkLst>
        </pc:spChg>
      </pc:sldChg>
      <pc:sldChg chg="modSp mod">
        <pc:chgData name="Abhishek Poddar" userId="ff0244784684506c" providerId="LiveId" clId="{756DBCCA-1FC0-45FB-A0E7-FC946107CF52}" dt="2026-06-30T03:57:01.523" v="413" actId="255"/>
        <pc:sldMkLst>
          <pc:docMk/>
          <pc:sldMk cId="0" sldId="259"/>
        </pc:sldMkLst>
        <pc:spChg chg="mod">
          <ac:chgData name="Abhishek Poddar" userId="ff0244784684506c" providerId="LiveId" clId="{756DBCCA-1FC0-45FB-A0E7-FC946107CF52}" dt="2026-06-30T03:56:14.617" v="406" actId="255"/>
          <ac:spMkLst>
            <pc:docMk/>
            <pc:sldMk cId="0" sldId="259"/>
            <ac:spMk id="3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5:15.916" v="152" actId="255"/>
          <ac:spMkLst>
            <pc:docMk/>
            <pc:sldMk cId="0" sldId="259"/>
            <ac:spMk id="5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5:21.498" v="153" actId="255"/>
          <ac:spMkLst>
            <pc:docMk/>
            <pc:sldMk cId="0" sldId="259"/>
            <ac:spMk id="8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5:30.492" v="156" actId="255"/>
          <ac:spMkLst>
            <pc:docMk/>
            <pc:sldMk cId="0" sldId="259"/>
            <ac:spMk id="11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5:36.268" v="157" actId="255"/>
          <ac:spMkLst>
            <pc:docMk/>
            <pc:sldMk cId="0" sldId="259"/>
            <ac:spMk id="14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5:53.278" v="158" actId="255"/>
          <ac:spMkLst>
            <pc:docMk/>
            <pc:sldMk cId="0" sldId="259"/>
            <ac:spMk id="17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5:55.261" v="159" actId="20577"/>
          <ac:spMkLst>
            <pc:docMk/>
            <pc:sldMk cId="0" sldId="259"/>
            <ac:spMk id="19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6:00.117" v="160" actId="255"/>
          <ac:spMkLst>
            <pc:docMk/>
            <pc:sldMk cId="0" sldId="259"/>
            <ac:spMk id="20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6:08.664" v="161" actId="255"/>
          <ac:spMkLst>
            <pc:docMk/>
            <pc:sldMk cId="0" sldId="259"/>
            <ac:spMk id="23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6:13.200" v="162" actId="255"/>
          <ac:spMkLst>
            <pc:docMk/>
            <pc:sldMk cId="0" sldId="259"/>
            <ac:spMk id="26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6:22.692" v="163" actId="255"/>
          <ac:spMkLst>
            <pc:docMk/>
            <pc:sldMk cId="0" sldId="259"/>
            <ac:spMk id="28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6:41.789" v="409" actId="255"/>
          <ac:spMkLst>
            <pc:docMk/>
            <pc:sldMk cId="0" sldId="259"/>
            <ac:spMk id="30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5:50.554" v="405" actId="255"/>
          <ac:spMkLst>
            <pc:docMk/>
            <pc:sldMk cId="0" sldId="259"/>
            <ac:spMk id="31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6:36.441" v="408" actId="255"/>
          <ac:spMkLst>
            <pc:docMk/>
            <pc:sldMk cId="0" sldId="259"/>
            <ac:spMk id="32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6:30.825" v="407" actId="255"/>
          <ac:spMkLst>
            <pc:docMk/>
            <pc:sldMk cId="0" sldId="259"/>
            <ac:spMk id="33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6:46.242" v="410" actId="255"/>
          <ac:spMkLst>
            <pc:docMk/>
            <pc:sldMk cId="0" sldId="259"/>
            <ac:spMk id="34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6:56.408" v="412" actId="255"/>
          <ac:spMkLst>
            <pc:docMk/>
            <pc:sldMk cId="0" sldId="259"/>
            <ac:spMk id="35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6:51.583" v="411" actId="255"/>
          <ac:spMkLst>
            <pc:docMk/>
            <pc:sldMk cId="0" sldId="259"/>
            <ac:spMk id="36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7:01.523" v="413" actId="255"/>
          <ac:spMkLst>
            <pc:docMk/>
            <pc:sldMk cId="0" sldId="259"/>
            <ac:spMk id="37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5:32.438" v="262" actId="255"/>
          <ac:spMkLst>
            <pc:docMk/>
            <pc:sldMk cId="0" sldId="259"/>
            <ac:spMk id="38" creationId="{00000000-0000-0000-0000-000000000000}"/>
          </ac:spMkLst>
        </pc:spChg>
      </pc:sldChg>
      <pc:sldChg chg="modSp mod ord">
        <pc:chgData name="Abhishek Poddar" userId="ff0244784684506c" providerId="LiveId" clId="{756DBCCA-1FC0-45FB-A0E7-FC946107CF52}" dt="2026-06-30T04:00:07.760" v="439" actId="255"/>
        <pc:sldMkLst>
          <pc:docMk/>
          <pc:sldMk cId="0" sldId="260"/>
        </pc:sldMkLst>
        <pc:spChg chg="mod">
          <ac:chgData name="Abhishek Poddar" userId="ff0244784684506c" providerId="LiveId" clId="{756DBCCA-1FC0-45FB-A0E7-FC946107CF52}" dt="2026-06-30T03:55:43.780" v="404" actId="255"/>
          <ac:spMkLst>
            <pc:docMk/>
            <pc:sldMk cId="0" sldId="260"/>
            <ac:spMk id="2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0:07.760" v="439" actId="255"/>
          <ac:spMkLst>
            <pc:docMk/>
            <pc:sldMk cId="0" sldId="260"/>
            <ac:spMk id="3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9:22.132" v="192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8:18.615" v="184" actId="255"/>
          <ac:spMkLst>
            <pc:docMk/>
            <pc:sldMk cId="0" sldId="260"/>
            <ac:spMk id="6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8:52.963" v="190" actId="255"/>
          <ac:spMkLst>
            <pc:docMk/>
            <pc:sldMk cId="0" sldId="260"/>
            <ac:spMk id="7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9:22.132" v="192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8:33.558" v="189" actId="255"/>
          <ac:spMkLst>
            <pc:docMk/>
            <pc:sldMk cId="0" sldId="260"/>
            <ac:spMk id="9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9:00.665" v="191" actId="255"/>
          <ac:spMkLst>
            <pc:docMk/>
            <pc:sldMk cId="0" sldId="260"/>
            <ac:spMk id="10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2:03.682" v="194" actId="255"/>
          <ac:spMkLst>
            <pc:docMk/>
            <pc:sldMk cId="0" sldId="260"/>
            <ac:spMk id="12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2:08.727" v="195" actId="255"/>
          <ac:spMkLst>
            <pc:docMk/>
            <pc:sldMk cId="0" sldId="260"/>
            <ac:spMk id="13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4:00.446" v="259" actId="20577"/>
          <ac:spMkLst>
            <pc:docMk/>
            <pc:sldMk cId="0" sldId="260"/>
            <ac:spMk id="14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4:29.704" v="261" actId="255"/>
          <ac:spMkLst>
            <pc:docMk/>
            <pc:sldMk cId="0" sldId="260"/>
            <ac:spMk id="16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1:51.784" v="193" actId="255"/>
          <ac:spMkLst>
            <pc:docMk/>
            <pc:sldMk cId="0" sldId="260"/>
            <ac:spMk id="17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5:43.263" v="263" actId="255"/>
          <ac:spMkLst>
            <pc:docMk/>
            <pc:sldMk cId="0" sldId="260"/>
            <ac:spMk id="25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9:39.432" v="433" actId="255"/>
          <ac:spMkLst>
            <pc:docMk/>
            <pc:sldMk cId="0" sldId="260"/>
            <ac:spMk id="31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7:32.164" v="414" actId="255"/>
          <ac:spMkLst>
            <pc:docMk/>
            <pc:sldMk cId="0" sldId="260"/>
            <ac:spMk id="32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8:11.163" v="422" actId="108"/>
          <ac:spMkLst>
            <pc:docMk/>
            <pc:sldMk cId="0" sldId="260"/>
            <ac:spMk id="33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9:43.478" v="434" actId="108"/>
          <ac:spMkLst>
            <pc:docMk/>
            <pc:sldMk cId="0" sldId="260"/>
            <ac:spMk id="35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7:38.669" v="415" actId="108"/>
          <ac:spMkLst>
            <pc:docMk/>
            <pc:sldMk cId="0" sldId="260"/>
            <ac:spMk id="36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8:49.917" v="427" actId="108"/>
          <ac:spMkLst>
            <pc:docMk/>
            <pc:sldMk cId="0" sldId="260"/>
            <ac:spMk id="37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9:47.706" v="435" actId="108"/>
          <ac:spMkLst>
            <pc:docMk/>
            <pc:sldMk cId="0" sldId="260"/>
            <ac:spMk id="39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8:06.227" v="421" actId="108"/>
          <ac:spMkLst>
            <pc:docMk/>
            <pc:sldMk cId="0" sldId="260"/>
            <ac:spMk id="40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8:59.458" v="428" actId="108"/>
          <ac:spMkLst>
            <pc:docMk/>
            <pc:sldMk cId="0" sldId="260"/>
            <ac:spMk id="41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9:51.658" v="436" actId="108"/>
          <ac:spMkLst>
            <pc:docMk/>
            <pc:sldMk cId="0" sldId="260"/>
            <ac:spMk id="43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8:01.097" v="420" actId="108"/>
          <ac:spMkLst>
            <pc:docMk/>
            <pc:sldMk cId="0" sldId="260"/>
            <ac:spMk id="44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9:07.293" v="429" actId="108"/>
          <ac:spMkLst>
            <pc:docMk/>
            <pc:sldMk cId="0" sldId="260"/>
            <ac:spMk id="45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9:56.690" v="437" actId="108"/>
          <ac:spMkLst>
            <pc:docMk/>
            <pc:sldMk cId="0" sldId="260"/>
            <ac:spMk id="47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7:56.007" v="419" actId="108"/>
          <ac:spMkLst>
            <pc:docMk/>
            <pc:sldMk cId="0" sldId="260"/>
            <ac:spMk id="48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9:19.570" v="430" actId="108"/>
          <ac:spMkLst>
            <pc:docMk/>
            <pc:sldMk cId="0" sldId="260"/>
            <ac:spMk id="49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0:01.136" v="438" actId="108"/>
          <ac:spMkLst>
            <pc:docMk/>
            <pc:sldMk cId="0" sldId="260"/>
            <ac:spMk id="51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7:43.873" v="416" actId="108"/>
          <ac:spMkLst>
            <pc:docMk/>
            <pc:sldMk cId="0" sldId="260"/>
            <ac:spMk id="52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9:23.969" v="431" actId="108"/>
          <ac:spMkLst>
            <pc:docMk/>
            <pc:sldMk cId="0" sldId="260"/>
            <ac:spMk id="53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3:59:29.669" v="432" actId="255"/>
          <ac:spMkLst>
            <pc:docMk/>
            <pc:sldMk cId="0" sldId="260"/>
            <ac:spMk id="55" creationId="{00000000-0000-0000-0000-000000000000}"/>
          </ac:spMkLst>
        </pc:spChg>
      </pc:sldChg>
      <pc:sldChg chg="modSp mod">
        <pc:chgData name="Abhishek Poddar" userId="ff0244784684506c" providerId="LiveId" clId="{756DBCCA-1FC0-45FB-A0E7-FC946107CF52}" dt="2026-06-30T04:07:54.735" v="504" actId="20577"/>
        <pc:sldMkLst>
          <pc:docMk/>
          <pc:sldMk cId="0" sldId="261"/>
        </pc:sldMkLst>
        <pc:spChg chg="mod">
          <ac:chgData name="Abhishek Poddar" userId="ff0244784684506c" providerId="LiveId" clId="{756DBCCA-1FC0-45FB-A0E7-FC946107CF52}" dt="2026-06-30T04:07:07.625" v="493" actId="255"/>
          <ac:spMkLst>
            <pc:docMk/>
            <pc:sldMk cId="0" sldId="261"/>
            <ac:spMk id="2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7:11.444" v="494" actId="255"/>
          <ac:spMkLst>
            <pc:docMk/>
            <pc:sldMk cId="0" sldId="261"/>
            <ac:spMk id="3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6:20.305" v="264" actId="255"/>
          <ac:spMkLst>
            <pc:docMk/>
            <pc:sldMk cId="0" sldId="261"/>
            <ac:spMk id="5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6:31.409" v="266" actId="255"/>
          <ac:spMkLst>
            <pc:docMk/>
            <pc:sldMk cId="0" sldId="261"/>
            <ac:spMk id="6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6:26.835" v="265" actId="255"/>
          <ac:spMkLst>
            <pc:docMk/>
            <pc:sldMk cId="0" sldId="261"/>
            <ac:spMk id="7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6:37.847" v="271" actId="255"/>
          <ac:spMkLst>
            <pc:docMk/>
            <pc:sldMk cId="0" sldId="261"/>
            <ac:spMk id="8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7:33.170" v="280" actId="255"/>
          <ac:spMkLst>
            <pc:docMk/>
            <pc:sldMk cId="0" sldId="261"/>
            <ac:spMk id="10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6:58.549" v="274" actId="255"/>
          <ac:spMkLst>
            <pc:docMk/>
            <pc:sldMk cId="0" sldId="261"/>
            <ac:spMk id="11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7:28.328" v="279" actId="255"/>
          <ac:spMkLst>
            <pc:docMk/>
            <pc:sldMk cId="0" sldId="261"/>
            <ac:spMk id="13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7:05.279" v="275" actId="255"/>
          <ac:spMkLst>
            <pc:docMk/>
            <pc:sldMk cId="0" sldId="261"/>
            <ac:spMk id="14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7:22.303" v="278" actId="255"/>
          <ac:spMkLst>
            <pc:docMk/>
            <pc:sldMk cId="0" sldId="261"/>
            <ac:spMk id="16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7:12.564" v="276" actId="255"/>
          <ac:spMkLst>
            <pc:docMk/>
            <pc:sldMk cId="0" sldId="261"/>
            <ac:spMk id="17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7:17.924" v="277" actId="255"/>
          <ac:spMkLst>
            <pc:docMk/>
            <pc:sldMk cId="0" sldId="261"/>
            <ac:spMk id="19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8:40.364" v="301" actId="255"/>
          <ac:spMkLst>
            <pc:docMk/>
            <pc:sldMk cId="0" sldId="261"/>
            <ac:spMk id="20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6:48.741" v="273" actId="255"/>
          <ac:spMkLst>
            <pc:docMk/>
            <pc:sldMk cId="0" sldId="261"/>
            <ac:spMk id="25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6:51.505" v="490" actId="255"/>
          <ac:spMkLst>
            <pc:docMk/>
            <pc:sldMk cId="0" sldId="261"/>
            <ac:spMk id="27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1:11.293" v="440" actId="255"/>
          <ac:spMkLst>
            <pc:docMk/>
            <pc:sldMk cId="0" sldId="261"/>
            <ac:spMk id="28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6:57" v="491" actId="255"/>
          <ac:spMkLst>
            <pc:docMk/>
            <pc:sldMk cId="0" sldId="261"/>
            <ac:spMk id="30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7:18.814" v="495" actId="255"/>
          <ac:spMkLst>
            <pc:docMk/>
            <pc:sldMk cId="0" sldId="261"/>
            <ac:spMk id="31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7:01.652" v="492" actId="255"/>
          <ac:spMkLst>
            <pc:docMk/>
            <pc:sldMk cId="0" sldId="261"/>
            <ac:spMk id="33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7:23.811" v="496" actId="255"/>
          <ac:spMkLst>
            <pc:docMk/>
            <pc:sldMk cId="0" sldId="261"/>
            <ac:spMk id="34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6:23.052" v="485" actId="255"/>
          <ac:spMkLst>
            <pc:docMk/>
            <pc:sldMk cId="0" sldId="261"/>
            <ac:spMk id="37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6:02.161" v="480" actId="255"/>
          <ac:spMkLst>
            <pc:docMk/>
            <pc:sldMk cId="0" sldId="261"/>
            <ac:spMk id="38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4:49.308" v="463" actId="20577"/>
          <ac:spMkLst>
            <pc:docMk/>
            <pc:sldMk cId="0" sldId="261"/>
            <ac:spMk id="39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6:30.275" v="486" actId="255"/>
          <ac:spMkLst>
            <pc:docMk/>
            <pc:sldMk cId="0" sldId="261"/>
            <ac:spMk id="40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6:05.523" v="481" actId="108"/>
          <ac:spMkLst>
            <pc:docMk/>
            <pc:sldMk cId="0" sldId="261"/>
            <ac:spMk id="41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5:00.463" v="464" actId="255"/>
          <ac:spMkLst>
            <pc:docMk/>
            <pc:sldMk cId="0" sldId="261"/>
            <ac:spMk id="42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6:34.511" v="487" actId="255"/>
          <ac:spMkLst>
            <pc:docMk/>
            <pc:sldMk cId="0" sldId="261"/>
            <ac:spMk id="43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6:09.490" v="482" actId="108"/>
          <ac:spMkLst>
            <pc:docMk/>
            <pc:sldMk cId="0" sldId="261"/>
            <ac:spMk id="44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5:10.139" v="467" actId="255"/>
          <ac:spMkLst>
            <pc:docMk/>
            <pc:sldMk cId="0" sldId="261"/>
            <ac:spMk id="45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6:39.744" v="488" actId="255"/>
          <ac:spMkLst>
            <pc:docMk/>
            <pc:sldMk cId="0" sldId="261"/>
            <ac:spMk id="46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6:14.097" v="483" actId="108"/>
          <ac:spMkLst>
            <pc:docMk/>
            <pc:sldMk cId="0" sldId="261"/>
            <ac:spMk id="47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5:20.468" v="470" actId="255"/>
          <ac:spMkLst>
            <pc:docMk/>
            <pc:sldMk cId="0" sldId="261"/>
            <ac:spMk id="48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6:45.498" v="489" actId="255"/>
          <ac:spMkLst>
            <pc:docMk/>
            <pc:sldMk cId="0" sldId="261"/>
            <ac:spMk id="49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6:17.525" v="484" actId="108"/>
          <ac:spMkLst>
            <pc:docMk/>
            <pc:sldMk cId="0" sldId="261"/>
            <ac:spMk id="50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5:40.998" v="473" actId="255"/>
          <ac:spMkLst>
            <pc:docMk/>
            <pc:sldMk cId="0" sldId="261"/>
            <ac:spMk id="51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7:54.735" v="504" actId="20577"/>
          <ac:spMkLst>
            <pc:docMk/>
            <pc:sldMk cId="0" sldId="261"/>
            <ac:spMk id="53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7:33.795" v="497" actId="255"/>
          <ac:spMkLst>
            <pc:docMk/>
            <pc:sldMk cId="0" sldId="261"/>
            <ac:spMk id="54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7:38.138" v="498" actId="108"/>
          <ac:spMkLst>
            <pc:docMk/>
            <pc:sldMk cId="0" sldId="261"/>
            <ac:spMk id="55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7:43.590" v="499" actId="108"/>
          <ac:spMkLst>
            <pc:docMk/>
            <pc:sldMk cId="0" sldId="261"/>
            <ac:spMk id="56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7:51.253" v="502" actId="255"/>
          <ac:spMkLst>
            <pc:docMk/>
            <pc:sldMk cId="0" sldId="261"/>
            <ac:spMk id="57" creationId="{00000000-0000-0000-0000-000000000000}"/>
          </ac:spMkLst>
        </pc:spChg>
      </pc:sldChg>
      <pc:sldChg chg="modSp mod">
        <pc:chgData name="Abhishek Poddar" userId="ff0244784684506c" providerId="LiveId" clId="{756DBCCA-1FC0-45FB-A0E7-FC946107CF52}" dt="2026-06-30T04:03:33.198" v="460" actId="12"/>
        <pc:sldMkLst>
          <pc:docMk/>
          <pc:sldMk cId="0" sldId="262"/>
        </pc:sldMkLst>
        <pc:spChg chg="mod">
          <ac:chgData name="Abhishek Poddar" userId="ff0244784684506c" providerId="LiveId" clId="{756DBCCA-1FC0-45FB-A0E7-FC946107CF52}" dt="2026-06-29T03:30:05.450" v="303" actId="255"/>
          <ac:spMkLst>
            <pc:docMk/>
            <pc:sldMk cId="0" sldId="262"/>
            <ac:spMk id="3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45:19.664" v="384" actId="20577"/>
          <ac:spMkLst>
            <pc:docMk/>
            <pc:sldMk cId="0" sldId="262"/>
            <ac:spMk id="6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0:36.737" v="310" actId="255"/>
          <ac:spMkLst>
            <pc:docMk/>
            <pc:sldMk cId="0" sldId="262"/>
            <ac:spMk id="7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0:54.542" v="314" actId="255"/>
          <ac:spMkLst>
            <pc:docMk/>
            <pc:sldMk cId="0" sldId="262"/>
            <ac:spMk id="8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45:25.614" v="386" actId="2057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0:42.156" v="311" actId="255"/>
          <ac:spMkLst>
            <pc:docMk/>
            <pc:sldMk cId="0" sldId="262"/>
            <ac:spMk id="11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0:58.657" v="315" actId="255"/>
          <ac:spMkLst>
            <pc:docMk/>
            <pc:sldMk cId="0" sldId="262"/>
            <ac:spMk id="12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45:28.666" v="388" actId="20577"/>
          <ac:spMkLst>
            <pc:docMk/>
            <pc:sldMk cId="0" sldId="262"/>
            <ac:spMk id="14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0:45.952" v="312" actId="255"/>
          <ac:spMkLst>
            <pc:docMk/>
            <pc:sldMk cId="0" sldId="262"/>
            <ac:spMk id="15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1:02.996" v="316" actId="255"/>
          <ac:spMkLst>
            <pc:docMk/>
            <pc:sldMk cId="0" sldId="262"/>
            <ac:spMk id="16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45:33.816" v="390" actId="20577"/>
          <ac:spMkLst>
            <pc:docMk/>
            <pc:sldMk cId="0" sldId="262"/>
            <ac:spMk id="18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0:50.168" v="313" actId="255"/>
          <ac:spMkLst>
            <pc:docMk/>
            <pc:sldMk cId="0" sldId="262"/>
            <ac:spMk id="19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1:13.807" v="319" actId="14100"/>
          <ac:spMkLst>
            <pc:docMk/>
            <pc:sldMk cId="0" sldId="262"/>
            <ac:spMk id="20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1:35.289" v="326" actId="255"/>
          <ac:spMkLst>
            <pc:docMk/>
            <pc:sldMk cId="0" sldId="262"/>
            <ac:spMk id="21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3:23.721" v="458" actId="27636"/>
          <ac:spMkLst>
            <pc:docMk/>
            <pc:sldMk cId="0" sldId="262"/>
            <ac:spMk id="22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1:40.021" v="327" actId="255"/>
          <ac:spMkLst>
            <pc:docMk/>
            <pc:sldMk cId="0" sldId="262"/>
            <ac:spMk id="23" creationId="{00000000-0000-0000-0000-000000000000}"/>
          </ac:spMkLst>
        </pc:spChg>
        <pc:spChg chg="mod">
          <ac:chgData name="Abhishek Poddar" userId="ff0244784684506c" providerId="LiveId" clId="{756DBCCA-1FC0-45FB-A0E7-FC946107CF52}" dt="2026-06-30T04:03:33.198" v="460" actId="12"/>
          <ac:spMkLst>
            <pc:docMk/>
            <pc:sldMk cId="0" sldId="262"/>
            <ac:spMk id="24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9:58.369" v="302" actId="255"/>
          <ac:spMkLst>
            <pc:docMk/>
            <pc:sldMk cId="0" sldId="262"/>
            <ac:spMk id="25" creationId="{00000000-0000-0000-0000-000000000000}"/>
          </ac:spMkLst>
        </pc:spChg>
      </pc:sldChg>
      <pc:sldChg chg="modSp mod">
        <pc:chgData name="Abhishek Poddar" userId="ff0244784684506c" providerId="LiveId" clId="{756DBCCA-1FC0-45FB-A0E7-FC946107CF52}" dt="2026-06-29T03:46:55.516" v="401" actId="1036"/>
        <pc:sldMkLst>
          <pc:docMk/>
          <pc:sldMk cId="0" sldId="263"/>
        </pc:sldMkLst>
        <pc:spChg chg="mod">
          <ac:chgData name="Abhishek Poddar" userId="ff0244784684506c" providerId="LiveId" clId="{756DBCCA-1FC0-45FB-A0E7-FC946107CF52}" dt="2026-06-29T03:32:01.101" v="328" actId="255"/>
          <ac:spMkLst>
            <pc:docMk/>
            <pc:sldMk cId="0" sldId="263"/>
            <ac:spMk id="3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2:42.065" v="331" actId="255"/>
          <ac:spMkLst>
            <pc:docMk/>
            <pc:sldMk cId="0" sldId="263"/>
            <ac:spMk id="4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3:23.768" v="344" actId="255"/>
          <ac:spMkLst>
            <pc:docMk/>
            <pc:sldMk cId="0" sldId="263"/>
            <ac:spMk id="5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2:46.832" v="332" actId="255"/>
          <ac:spMkLst>
            <pc:docMk/>
            <pc:sldMk cId="0" sldId="263"/>
            <ac:spMk id="7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3:28.080" v="345" actId="255"/>
          <ac:spMkLst>
            <pc:docMk/>
            <pc:sldMk cId="0" sldId="263"/>
            <ac:spMk id="8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3:18.548" v="343" actId="103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3:32.015" v="346" actId="255"/>
          <ac:spMkLst>
            <pc:docMk/>
            <pc:sldMk cId="0" sldId="263"/>
            <ac:spMk id="11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3:14.566" v="342" actId="255"/>
          <ac:spMkLst>
            <pc:docMk/>
            <pc:sldMk cId="0" sldId="263"/>
            <ac:spMk id="13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3:41.789" v="347" actId="255"/>
          <ac:spMkLst>
            <pc:docMk/>
            <pc:sldMk cId="0" sldId="263"/>
            <ac:spMk id="14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3:52.555" v="348" actId="255"/>
          <ac:spMkLst>
            <pc:docMk/>
            <pc:sldMk cId="0" sldId="263"/>
            <ac:spMk id="17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46:55.516" v="401" actId="1036"/>
          <ac:spMkLst>
            <pc:docMk/>
            <pc:sldMk cId="0" sldId="263"/>
            <ac:spMk id="18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3:57.546" v="349" actId="255"/>
          <ac:spMkLst>
            <pc:docMk/>
            <pc:sldMk cId="0" sldId="263"/>
            <ac:spMk id="19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46:55.516" v="401" actId="1036"/>
          <ac:spMkLst>
            <pc:docMk/>
            <pc:sldMk cId="0" sldId="263"/>
            <ac:spMk id="20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4:02.988" v="350" actId="255"/>
          <ac:spMkLst>
            <pc:docMk/>
            <pc:sldMk cId="0" sldId="263"/>
            <ac:spMk id="21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46:55.516" v="401" actId="1036"/>
          <ac:spMkLst>
            <pc:docMk/>
            <pc:sldMk cId="0" sldId="263"/>
            <ac:spMk id="22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4:08.317" v="351" actId="255"/>
          <ac:spMkLst>
            <pc:docMk/>
            <pc:sldMk cId="0" sldId="263"/>
            <ac:spMk id="23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46:55.516" v="401" actId="1036"/>
          <ac:spMkLst>
            <pc:docMk/>
            <pc:sldMk cId="0" sldId="263"/>
            <ac:spMk id="24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4:12.532" v="352" actId="255"/>
          <ac:spMkLst>
            <pc:docMk/>
            <pc:sldMk cId="0" sldId="263"/>
            <ac:spMk id="25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2:21.893" v="330" actId="255"/>
          <ac:spMkLst>
            <pc:docMk/>
            <pc:sldMk cId="0" sldId="263"/>
            <ac:spMk id="27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2:11.756" v="329" actId="255"/>
          <ac:spMkLst>
            <pc:docMk/>
            <pc:sldMk cId="0" sldId="263"/>
            <ac:spMk id="2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1615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556248"/>
            <a:ext cx="11292840" cy="0"/>
          </a:xfrm>
          <a:prstGeom prst="line">
            <a:avLst/>
          </a:prstGeom>
          <a:noFill/>
          <a:ln w="7620">
            <a:solidFill>
              <a:srgbClr val="B8C4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11112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26070"/>
                </a:solidFill>
              </a:rPr>
              <a:t>COMP4601 Project Plan - JPEG-style grayscale image compression on Kria KV260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260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260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ly_detailed_sci_tech_concept_illustration_wi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70224" y="-140783"/>
            <a:ext cx="8556047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JPEG-Style Grayscale Image Compression Acceleration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3476448" y="44348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5E7FF"/>
                </a:solidFill>
              </a:rPr>
              <a:t>8x8 DCT + </a:t>
            </a:r>
            <a:r>
              <a:rPr lang="en-US" sz="1200" b="1" dirty="0" err="1">
                <a:solidFill>
                  <a:srgbClr val="D5E7FF"/>
                </a:solidFill>
              </a:rPr>
              <a:t>Quantisation</a:t>
            </a:r>
            <a:r>
              <a:rPr lang="en-US" sz="1200" b="1" dirty="0">
                <a:solidFill>
                  <a:srgbClr val="D5E7FF"/>
                </a:solidFill>
              </a:rPr>
              <a:t> + Zigzag Scan + Zero RLE on the Kria KV260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" y="3044952"/>
            <a:ext cx="54406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017766" y="5566559"/>
            <a:ext cx="6446520" cy="774865"/>
          </a:xfrm>
          <a:prstGeom prst="roundRect">
            <a:avLst>
              <a:gd name="adj" fmla="val 8333"/>
            </a:avLst>
          </a:prstGeom>
          <a:solidFill>
            <a:srgbClr val="0F2C52">
              <a:alpha val="95000"/>
            </a:srgbClr>
          </a:solidFill>
          <a:ln w="6350">
            <a:solidFill>
              <a:srgbClr val="5CB7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508291" y="5776871"/>
            <a:ext cx="9415827" cy="383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F5FF"/>
                </a:solidFill>
              </a:rPr>
              <a:t>Scope: Simplified JPEG-style block compression, not a full .jpg file encoder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05111" y="655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260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r>
              <a:rPr lang="en-US" sz="1200" dirty="0">
                <a:solidFill>
                  <a:schemeClr val="bg1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74320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outline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536070"/>
                </a:solidFill>
              </a:rPr>
              <a:t>Why image </a:t>
            </a:r>
            <a:r>
              <a:rPr lang="en-US" sz="1000" dirty="0">
                <a:solidFill>
                  <a:srgbClr val="536070"/>
                </a:solidFill>
              </a:rPr>
              <a:t>compression</a:t>
            </a:r>
            <a:r>
              <a:rPr lang="en-US" sz="930" dirty="0">
                <a:solidFill>
                  <a:srgbClr val="536070"/>
                </a:solidFill>
              </a:rPr>
              <a:t> is a suitable compute-acceleration task for COMP4601</a:t>
            </a:r>
            <a:endParaRPr lang="en-US" sz="930" dirty="0"/>
          </a:p>
        </p:txBody>
      </p:sp>
      <p:pic>
        <p:nvPicPr>
          <p:cNvPr id="4" name="Image 0" descr="/mnt/data/a_clean_infographic_style_diagram_on_a_white_backg_batch_2.png"/>
          <p:cNvPicPr>
            <a:picLocks noChangeAspect="1"/>
          </p:cNvPicPr>
          <p:nvPr/>
        </p:nvPicPr>
        <p:blipFill>
          <a:blip r:embed="rId3"/>
          <a:srcRect t="182" b="182"/>
          <a:stretch/>
        </p:blipFill>
        <p:spPr>
          <a:xfrm>
            <a:off x="6720840" y="1143000"/>
            <a:ext cx="489204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117043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2D39"/>
                </a:solidFill>
              </a:rPr>
              <a:t>The software bottleneck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58368" y="1481328"/>
            <a:ext cx="3063240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JPEG-style compression repeatedly applies an 8x8 transform to every block of the image. The direct DCT contains many multiply-add operations, making it slow on a sequential CPU baseline.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840480" y="11704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7F5F"/>
                </a:solidFill>
              </a:rPr>
              <a:t>The hardware opportunity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0" y="1481328"/>
            <a:ext cx="2468880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Each 8x8 block is independent, fixed-size, and processed with the same arithmetic pattern. This is well matched to FPGA pipelines, local buffers, loop unrolling, and array partitioning.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58368" y="2834640"/>
            <a:ext cx="5650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3FF"/>
                </a:solidFill>
              </a:rPr>
              <a:t>The project constraint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8368" y="3145536"/>
            <a:ext cx="5650992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We avoid full JPEG file-format complexity. The project focuses on the core compression-side kernel: DCT, quantisation, zigzag ordering, and zero run-length encoding.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0080" y="4462272"/>
            <a:ext cx="5715000" cy="1207008"/>
          </a:xfrm>
          <a:prstGeom prst="roundRect">
            <a:avLst>
              <a:gd name="adj" fmla="val 3788"/>
            </a:avLst>
          </a:prstGeom>
          <a:solidFill>
            <a:srgbClr val="EAF2FF"/>
          </a:solidFill>
          <a:ln w="8890">
            <a:solidFill>
              <a:srgbClr val="AAC2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824" y="466344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Expected output of the project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77824" y="5010912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A working KV260 accelerator with CPU baseline, FPGA kernel timing, end-to-end timing, compression ratio, PSNR/MSE quality metrics, resource usage, and risk-aware discussion of transfer overhead.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903720" y="4430620"/>
            <a:ext cx="44805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72033"/>
                </a:solidFill>
              </a:rPr>
              <a:t>Key design decision: </a:t>
            </a:r>
          </a:p>
          <a:p>
            <a:pPr marL="0" indent="0">
              <a:buNone/>
            </a:pPr>
            <a:endParaRPr lang="en-US" sz="1000" b="1" dirty="0">
              <a:solidFill>
                <a:srgbClr val="172033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Use: Grayscale PGM/raw images first. </a:t>
            </a:r>
          </a:p>
          <a:p>
            <a:pPr marL="0" indent="0">
              <a:buNone/>
            </a:pPr>
            <a:endParaRPr lang="en-US" sz="1000" dirty="0">
              <a:solidFill>
                <a:srgbClr val="172033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Avoid: RGB, YCbCr, chroma subsampling, Huffman coding, and JPEG headers.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260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200" b="0"/>
              <a:t>2</a:t>
            </a:fld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74320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Project-specific aims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6070"/>
                </a:solidFill>
              </a:rPr>
              <a:t>A realistic target is a complete compression-side accelerator plus software verification</a:t>
            </a:r>
            <a:endParaRPr lang="en-US" sz="1000" dirty="0"/>
          </a:p>
        </p:txBody>
      </p:sp>
      <p:pic>
        <p:nvPicPr>
          <p:cNvPr id="4" name="Image 0" descr="/mnt/data/a_modern_electronics_engineering_workspace_scene_p_batch_4.png"/>
          <p:cNvPicPr>
            <a:picLocks noChangeAspect="1"/>
          </p:cNvPicPr>
          <p:nvPr/>
        </p:nvPicPr>
        <p:blipFill>
          <a:blip r:embed="rId3"/>
          <a:srcRect l="14217" r="14217"/>
          <a:stretch/>
        </p:blipFill>
        <p:spPr>
          <a:xfrm>
            <a:off x="6812280" y="1170432"/>
            <a:ext cx="4709160" cy="3703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12280" y="5138928"/>
            <a:ext cx="4709160" cy="749808"/>
          </a:xfrm>
          <a:prstGeom prst="roundRect">
            <a:avLst>
              <a:gd name="adj" fmla="val 4878"/>
            </a:avLst>
          </a:prstGeom>
          <a:solidFill>
            <a:srgbClr val="F0F6FF"/>
          </a:solidFill>
          <a:ln w="8890">
            <a:solidFill>
              <a:srgbClr val="B9CB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068312" y="5385816"/>
            <a:ext cx="4187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Primary target: 10x-30x kernel speedup over a naive CPU baseline, with 3x-10x end-to-end if transfer overhead is controlled.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13232" y="1170432"/>
            <a:ext cx="1261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63FF"/>
                </a:solidFill>
              </a:rPr>
              <a:t>Functional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011680" y="1152144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CPU baseline and FPGA kernel produce compatible quantised/RLE output.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13232" y="1517904"/>
            <a:ext cx="5532120" cy="22860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1956816"/>
            <a:ext cx="1261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7F5F"/>
                </a:solidFill>
              </a:rPr>
              <a:t>Performance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011680" y="193852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Measure kernel-only and end-to-end runtimes on the KV260.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13232" y="2304288"/>
            <a:ext cx="5532120" cy="22860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2743200"/>
            <a:ext cx="1261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72F"/>
                </a:solidFill>
              </a:rPr>
              <a:t>Compression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011680" y="272491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Use RLE pair counts to calculate actual compressed size.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13232" y="3090672"/>
            <a:ext cx="5532120" cy="22860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3232" y="3529584"/>
            <a:ext cx="1261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955D9"/>
                </a:solidFill>
              </a:rPr>
              <a:t>Quality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011680" y="3511296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Use inverse path in software to calculate MSE and PSNR.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13232" y="3877056"/>
            <a:ext cx="5532120" cy="22860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4315968"/>
            <a:ext cx="1261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2D39"/>
                </a:solidFill>
              </a:rPr>
              <a:t>Engineering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011680" y="429768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Show HLS resources: LUT, FF, BRAM, DSP, latency and II.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13232" y="4663440"/>
            <a:ext cx="5532120" cy="22860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260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200" b="0"/>
              <a:t>3</a:t>
            </a:fld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74320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Algorithm to be accelerated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dirty="0">
                <a:solidFill>
                  <a:srgbClr val="465469"/>
                </a:solidFill>
              </a:rPr>
              <a:t>Compression-side pipeline with stage function and hardware opportunity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261872" cy="859536"/>
          </a:xfrm>
          <a:prstGeom prst="roundRect">
            <a:avLst>
              <a:gd name="adj" fmla="val 5319"/>
            </a:avLst>
          </a:prstGeom>
          <a:solidFill>
            <a:srgbClr val="E4EAF3"/>
          </a:solidFill>
          <a:ln w="10160">
            <a:solidFill>
              <a:srgbClr val="AFC1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08760"/>
            <a:ext cx="1078992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Load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PGM/raw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764792" y="1847088"/>
            <a:ext cx="146304" cy="0"/>
          </a:xfrm>
          <a:prstGeom prst="line">
            <a:avLst/>
          </a:prstGeom>
          <a:noFill/>
          <a:ln w="12700">
            <a:solidFill>
              <a:srgbClr val="1463FF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947672" y="1417320"/>
            <a:ext cx="1261872" cy="859536"/>
          </a:xfrm>
          <a:prstGeom prst="roundRect">
            <a:avLst>
              <a:gd name="adj" fmla="val 5319"/>
            </a:avLst>
          </a:prstGeom>
          <a:solidFill>
            <a:srgbClr val="D9E9FF"/>
          </a:solidFill>
          <a:ln w="10160">
            <a:solidFill>
              <a:srgbClr val="AFC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39112" y="1508760"/>
            <a:ext cx="1078992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8x8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blocks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9544" y="1847088"/>
            <a:ext cx="146304" cy="0"/>
          </a:xfrm>
          <a:prstGeom prst="line">
            <a:avLst/>
          </a:prstGeom>
          <a:noFill/>
          <a:ln w="12700">
            <a:solidFill>
              <a:srgbClr val="1463F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92424" y="1417320"/>
            <a:ext cx="1261872" cy="859536"/>
          </a:xfrm>
          <a:prstGeom prst="roundRect">
            <a:avLst>
              <a:gd name="adj" fmla="val 5319"/>
            </a:avLst>
          </a:prstGeom>
          <a:solidFill>
            <a:srgbClr val="D9E9FF"/>
          </a:solidFill>
          <a:ln w="10160">
            <a:solidFill>
              <a:srgbClr val="AFC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83864" y="1508760"/>
            <a:ext cx="1078992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Level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shift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54296" y="1847088"/>
            <a:ext cx="146304" cy="0"/>
          </a:xfrm>
          <a:prstGeom prst="line">
            <a:avLst/>
          </a:prstGeom>
          <a:noFill/>
          <a:ln w="12700">
            <a:solidFill>
              <a:srgbClr val="1463F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837176" y="1417320"/>
            <a:ext cx="1261872" cy="859536"/>
          </a:xfrm>
          <a:prstGeom prst="roundRect">
            <a:avLst>
              <a:gd name="adj" fmla="val 5319"/>
            </a:avLst>
          </a:prstGeom>
          <a:solidFill>
            <a:srgbClr val="CFE2FF"/>
          </a:solidFill>
          <a:ln w="10160">
            <a:solidFill>
              <a:srgbClr val="146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28616" y="1508760"/>
            <a:ext cx="1078992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2D DCT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99048" y="1847088"/>
            <a:ext cx="146304" cy="0"/>
          </a:xfrm>
          <a:prstGeom prst="line">
            <a:avLst/>
          </a:prstGeom>
          <a:noFill/>
          <a:ln w="12700">
            <a:solidFill>
              <a:srgbClr val="1463F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81928" y="1417320"/>
            <a:ext cx="1261872" cy="859536"/>
          </a:xfrm>
          <a:prstGeom prst="roundRect">
            <a:avLst>
              <a:gd name="adj" fmla="val 5319"/>
            </a:avLst>
          </a:prstGeom>
          <a:solidFill>
            <a:srgbClr val="DAEDDF"/>
          </a:solidFill>
          <a:ln w="10160">
            <a:solidFill>
              <a:srgbClr val="146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1508760"/>
            <a:ext cx="1078992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Quantise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543800" y="1847088"/>
            <a:ext cx="146304" cy="0"/>
          </a:xfrm>
          <a:prstGeom prst="line">
            <a:avLst/>
          </a:prstGeom>
          <a:noFill/>
          <a:ln w="12700">
            <a:solidFill>
              <a:srgbClr val="1463F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726680" y="1417320"/>
            <a:ext cx="1261872" cy="859536"/>
          </a:xfrm>
          <a:prstGeom prst="roundRect">
            <a:avLst>
              <a:gd name="adj" fmla="val 5319"/>
            </a:avLst>
          </a:prstGeom>
          <a:solidFill>
            <a:srgbClr val="FFF0D7"/>
          </a:solidFill>
          <a:ln w="10160">
            <a:solidFill>
              <a:srgbClr val="1463FF"/>
            </a:solidFill>
            <a:prstDash val="solid"/>
          </a:ln>
        </p:spPr>
        <p:txBody>
          <a:bodyPr/>
          <a:lstStyle/>
          <a:p>
            <a:endParaRPr lang="en-AU" dirty="0"/>
          </a:p>
        </p:txBody>
      </p:sp>
      <p:sp>
        <p:nvSpPr>
          <p:cNvPr id="20" name="Text 18"/>
          <p:cNvSpPr/>
          <p:nvPr/>
        </p:nvSpPr>
        <p:spPr>
          <a:xfrm>
            <a:off x="7818120" y="1508760"/>
            <a:ext cx="1078992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Zigzag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988552" y="1847088"/>
            <a:ext cx="146304" cy="0"/>
          </a:xfrm>
          <a:prstGeom prst="line">
            <a:avLst/>
          </a:prstGeom>
          <a:noFill/>
          <a:ln w="12700">
            <a:solidFill>
              <a:srgbClr val="1463F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71432" y="1417320"/>
            <a:ext cx="1261872" cy="859536"/>
          </a:xfrm>
          <a:prstGeom prst="roundRect">
            <a:avLst>
              <a:gd name="adj" fmla="val 5319"/>
            </a:avLst>
          </a:prstGeom>
          <a:solidFill>
            <a:srgbClr val="FFE2DE"/>
          </a:solidFill>
          <a:ln w="10160">
            <a:solidFill>
              <a:srgbClr val="1463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62872" y="1508760"/>
            <a:ext cx="1078992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Zero RLE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433304" y="1847088"/>
            <a:ext cx="146304" cy="0"/>
          </a:xfrm>
          <a:prstGeom prst="line">
            <a:avLst/>
          </a:prstGeom>
          <a:noFill/>
          <a:ln w="12700">
            <a:solidFill>
              <a:srgbClr val="1463FF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616184" y="1417320"/>
            <a:ext cx="1261872" cy="859536"/>
          </a:xfrm>
          <a:prstGeom prst="roundRect">
            <a:avLst>
              <a:gd name="adj" fmla="val 5319"/>
            </a:avLst>
          </a:prstGeom>
          <a:solidFill>
            <a:srgbClr val="E8DDFB"/>
          </a:solidFill>
          <a:ln w="10160">
            <a:solidFill>
              <a:srgbClr val="1463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707624" y="1508760"/>
            <a:ext cx="1078992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Compressed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blocks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2633472"/>
            <a:ext cx="11018520" cy="0"/>
          </a:xfrm>
          <a:prstGeom prst="line">
            <a:avLst/>
          </a:prstGeom>
          <a:noFill/>
          <a:ln w="12700">
            <a:solidFill>
              <a:srgbClr val="B7C5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73552" y="273405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63FF"/>
                </a:solidFill>
              </a:rPr>
              <a:t>FPGA accelerated compression kernel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79776" y="3090672"/>
            <a:ext cx="6537960" cy="0"/>
          </a:xfrm>
          <a:prstGeom prst="line">
            <a:avLst/>
          </a:prstGeom>
          <a:noFill/>
          <a:ln w="25400">
            <a:solidFill>
              <a:srgbClr val="1463FF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713232" y="37033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b="1" dirty="0">
                <a:solidFill>
                  <a:srgbClr val="175AB4"/>
                </a:solidFill>
              </a:rPr>
              <a:t>Image blocking</a:t>
            </a:r>
          </a:p>
        </p:txBody>
      </p:sp>
      <p:sp>
        <p:nvSpPr>
          <p:cNvPr id="31" name="Text 29"/>
          <p:cNvSpPr/>
          <p:nvPr/>
        </p:nvSpPr>
        <p:spPr>
          <a:xfrm>
            <a:off x="713232" y="4014216"/>
            <a:ext cx="2331720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sz="1000" b="0" dirty="0">
                <a:solidFill>
                  <a:srgbClr val="0F2341"/>
                </a:solidFill>
              </a:rPr>
              <a:t>CPU loads fixed grayscale PGM/raw data; FPGA reads 8x8 tiles into local buffers. Acceleration opportunity: regular burst reads and block-level pipelining.</a:t>
            </a:r>
          </a:p>
        </p:txBody>
      </p:sp>
      <p:sp>
        <p:nvSpPr>
          <p:cNvPr id="32" name="Text 30"/>
          <p:cNvSpPr/>
          <p:nvPr/>
        </p:nvSpPr>
        <p:spPr>
          <a:xfrm>
            <a:off x="3246120" y="370332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b="1" dirty="0">
                <a:solidFill>
                  <a:srgbClr val="175AB4"/>
                </a:solidFill>
              </a:rPr>
              <a:t>Level shift + DCT</a:t>
            </a:r>
          </a:p>
        </p:txBody>
      </p:sp>
      <p:sp>
        <p:nvSpPr>
          <p:cNvPr id="33" name="Text 31"/>
          <p:cNvSpPr/>
          <p:nvPr/>
        </p:nvSpPr>
        <p:spPr>
          <a:xfrm>
            <a:off x="3246120" y="4014216"/>
            <a:ext cx="2487168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sz="1000" b="0" dirty="0">
                <a:solidFill>
                  <a:srgbClr val="0F2341"/>
                </a:solidFill>
              </a:rPr>
              <a:t>Subtract 128, then perform separable DCT: 1D DCT across rows followed by columns. Main acceleration point: pipelined MACs, loop unrolling, precomputed constants, array partitioning.</a:t>
            </a:r>
          </a:p>
        </p:txBody>
      </p:sp>
      <p:sp>
        <p:nvSpPr>
          <p:cNvPr id="34" name="Text 32"/>
          <p:cNvSpPr/>
          <p:nvPr/>
        </p:nvSpPr>
        <p:spPr>
          <a:xfrm>
            <a:off x="5961888" y="370332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b="1" dirty="0" err="1">
                <a:solidFill>
                  <a:srgbClr val="175AB4"/>
                </a:solidFill>
              </a:rPr>
              <a:t>Quantise</a:t>
            </a:r>
            <a:r>
              <a:rPr sz="1200" b="1" dirty="0">
                <a:solidFill>
                  <a:srgbClr val="175AB4"/>
                </a:solidFill>
              </a:rPr>
              <a:t> + reorder</a:t>
            </a:r>
          </a:p>
        </p:txBody>
      </p:sp>
      <p:sp>
        <p:nvSpPr>
          <p:cNvPr id="35" name="Text 33"/>
          <p:cNvSpPr/>
          <p:nvPr/>
        </p:nvSpPr>
        <p:spPr>
          <a:xfrm>
            <a:off x="5961888" y="4014216"/>
            <a:ext cx="2487168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sz="1000" b="0" dirty="0">
                <a:solidFill>
                  <a:srgbClr val="0F2341"/>
                </a:solidFill>
              </a:rPr>
              <a:t>Divide each DCT coefficient by an 8x8 </a:t>
            </a:r>
            <a:r>
              <a:rPr sz="1000" b="0" dirty="0" err="1">
                <a:solidFill>
                  <a:srgbClr val="0F2341"/>
                </a:solidFill>
              </a:rPr>
              <a:t>quantisation</a:t>
            </a:r>
            <a:r>
              <a:rPr sz="1000" b="0" dirty="0">
                <a:solidFill>
                  <a:srgbClr val="0F2341"/>
                </a:solidFill>
              </a:rPr>
              <a:t> matrix; zigzag uses a fixed lookup order to place low frequencies first and high frequencies last. Acceleration: 64 independent coefficient operations.</a:t>
            </a:r>
          </a:p>
        </p:txBody>
      </p:sp>
      <p:sp>
        <p:nvSpPr>
          <p:cNvPr id="36" name="Text 34"/>
          <p:cNvSpPr/>
          <p:nvPr/>
        </p:nvSpPr>
        <p:spPr>
          <a:xfrm>
            <a:off x="8659368" y="370332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b="1" dirty="0">
                <a:solidFill>
                  <a:srgbClr val="175AB4"/>
                </a:solidFill>
              </a:rPr>
              <a:t>RLE + verification</a:t>
            </a:r>
          </a:p>
        </p:txBody>
      </p:sp>
      <p:sp>
        <p:nvSpPr>
          <p:cNvPr id="37" name="Text 35"/>
          <p:cNvSpPr/>
          <p:nvPr/>
        </p:nvSpPr>
        <p:spPr>
          <a:xfrm>
            <a:off x="8659368" y="4014216"/>
            <a:ext cx="2578608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sz="1000" b="0" dirty="0">
                <a:solidFill>
                  <a:srgbClr val="0F2341"/>
                </a:solidFill>
              </a:rPr>
              <a:t>RLE stores zero-run counts and non-zero AC values using fixed 63-pair slots per block. CPU decodes and reconstructs image to calculate PSNR/MSE.</a:t>
            </a:r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260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200" b="0"/>
              <a:t>4</a:t>
            </a:fld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74320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300" b="1" dirty="0">
                <a:solidFill>
                  <a:srgbClr val="0A1F3D"/>
                </a:solidFill>
              </a:rPr>
              <a:t>Stage function and acceleration points</a:t>
            </a:r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dirty="0">
                <a:solidFill>
                  <a:srgbClr val="465469"/>
                </a:solidFill>
              </a:rPr>
              <a:t>How each pipeline stage works, and whether it should run in FPGA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260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200" b="0"/>
              <a:t>5</a:t>
            </a:fld>
            <a:endParaRPr lang="en-US" sz="1200" dirty="0"/>
          </a:p>
        </p:txBody>
      </p:sp>
      <p:sp>
        <p:nvSpPr>
          <p:cNvPr id="26" name="Rectangle 25"/>
          <p:cNvSpPr/>
          <p:nvPr/>
        </p:nvSpPr>
        <p:spPr>
          <a:xfrm>
            <a:off x="502920" y="1115568"/>
            <a:ext cx="11201400" cy="384048"/>
          </a:xfrm>
          <a:prstGeom prst="rect">
            <a:avLst/>
          </a:prstGeom>
          <a:solidFill>
            <a:srgbClr val="165BAA"/>
          </a:solidFill>
          <a:ln w="15240">
            <a:solidFill>
              <a:srgbClr val="16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1188720"/>
            <a:ext cx="1417320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50" b="1">
                <a:solidFill>
                  <a:srgbClr val="FFFFFF"/>
                </a:solidFill>
              </a:rPr>
              <a:t>Stage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1188720"/>
            <a:ext cx="4526280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50" b="1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1188720"/>
            <a:ext cx="4617720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50" b="1">
                <a:solidFill>
                  <a:srgbClr val="FFFFFF"/>
                </a:solidFill>
              </a:rPr>
              <a:t>Where acceleration is possible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1554480"/>
            <a:ext cx="11201400" cy="658368"/>
          </a:xfrm>
          <a:prstGeom prst="rect">
            <a:avLst/>
          </a:prstGeom>
          <a:solidFill>
            <a:srgbClr val="F8FAFD"/>
          </a:solidFill>
          <a:ln w="1524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1664207"/>
            <a:ext cx="1417320" cy="24006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dirty="0">
                <a:solidFill>
                  <a:srgbClr val="195EB4"/>
                </a:solidFill>
              </a:rPr>
              <a:t>8x8 blocks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1645920"/>
            <a:ext cx="4526280" cy="36317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0" dirty="0">
                <a:solidFill>
                  <a:srgbClr val="0F2341"/>
                </a:solidFill>
              </a:rPr>
              <a:t>Split fixed grayscale image into independent 64-pixel tiles. Each block is processed the same way.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1645920"/>
            <a:ext cx="4617720" cy="20928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dirty="0">
                <a:solidFill>
                  <a:srgbClr val="0F2341"/>
                </a:solidFill>
              </a:rPr>
              <a:t>Parallel/block pipeline friendly; local buffers reduce repeated DDR access.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212848"/>
            <a:ext cx="1120140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4360" y="2322576"/>
            <a:ext cx="1417320" cy="2446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dirty="0">
                <a:solidFill>
                  <a:srgbClr val="195EB4"/>
                </a:solidFill>
              </a:rPr>
              <a:t>Level shift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4560" y="2304288"/>
            <a:ext cx="4526280" cy="36317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dirty="0">
                <a:solidFill>
                  <a:srgbClr val="0F2341"/>
                </a:solidFill>
              </a:rPr>
              <a:t>Convert unsigned pixels to signed values: pixel - 128, centering the block around zero.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2304288"/>
            <a:ext cx="4617720" cy="20928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dirty="0">
                <a:solidFill>
                  <a:srgbClr val="0F2341"/>
                </a:solidFill>
              </a:rPr>
              <a:t>Simple per-pixel operation; pipeline with block loading at II close to 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2871215"/>
            <a:ext cx="11201400" cy="658368"/>
          </a:xfrm>
          <a:prstGeom prst="rect">
            <a:avLst/>
          </a:prstGeom>
          <a:solidFill>
            <a:srgbClr val="F8FAFD"/>
          </a:solidFill>
          <a:ln w="1524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4360" y="2980944"/>
            <a:ext cx="1417320" cy="2446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dirty="0">
                <a:solidFill>
                  <a:srgbClr val="195EB4"/>
                </a:solidFill>
              </a:rPr>
              <a:t>DCT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94560" y="2962656"/>
            <a:ext cx="4526280" cy="36317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dirty="0">
                <a:solidFill>
                  <a:srgbClr val="0F2341"/>
                </a:solidFill>
              </a:rPr>
              <a:t>Convert spatial pixels into 64 frequency coefficients; DC = average brightness, AC = detail.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2962656"/>
            <a:ext cx="4617720" cy="36317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dirty="0">
                <a:solidFill>
                  <a:srgbClr val="0F2341"/>
                </a:solidFill>
              </a:rPr>
              <a:t>Main hotspot: use separable row/column DCT, fixed point, unrolled MACs, partitioned arrays.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3529583"/>
            <a:ext cx="1120140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4360" y="3639311"/>
            <a:ext cx="1417320" cy="2446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dirty="0" err="1">
                <a:solidFill>
                  <a:srgbClr val="195EB4"/>
                </a:solidFill>
              </a:rPr>
              <a:t>Quantisation</a:t>
            </a:r>
            <a:endParaRPr sz="1200" b="1" dirty="0">
              <a:solidFill>
                <a:srgbClr val="195EB4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194560" y="3621023"/>
            <a:ext cx="4526280" cy="38933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dirty="0">
                <a:solidFill>
                  <a:srgbClr val="0F2341"/>
                </a:solidFill>
              </a:rPr>
              <a:t>Divide coefficients by Q matrix; high-frequency values use larger Q and become zeros</a:t>
            </a:r>
            <a:r>
              <a:rPr sz="1170" b="0" dirty="0">
                <a:solidFill>
                  <a:srgbClr val="0F2341"/>
                </a:solidFill>
              </a:rPr>
              <a:t>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3621023"/>
            <a:ext cx="4617720" cy="36317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dirty="0">
                <a:solidFill>
                  <a:srgbClr val="0F2341"/>
                </a:solidFill>
              </a:rPr>
              <a:t>64 coefficient operations can be pipelined/partially unrolled; use constants/reciprocals.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187951"/>
            <a:ext cx="11201400" cy="658368"/>
          </a:xfrm>
          <a:prstGeom prst="rect">
            <a:avLst/>
          </a:prstGeom>
          <a:solidFill>
            <a:srgbClr val="F8FAFD"/>
          </a:solidFill>
          <a:ln w="1524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4360" y="4297679"/>
            <a:ext cx="1417320" cy="2446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dirty="0">
                <a:solidFill>
                  <a:srgbClr val="195EB4"/>
                </a:solidFill>
              </a:rPr>
              <a:t>Zigzag scan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94560" y="4279391"/>
            <a:ext cx="4526280" cy="36317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dirty="0">
                <a:solidFill>
                  <a:srgbClr val="0F2341"/>
                </a:solidFill>
              </a:rPr>
              <a:t>Read coefficients in low-to-high frequency order so zeros collect near the end of the list.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4279391"/>
            <a:ext cx="4617720" cy="36317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dirty="0">
                <a:solidFill>
                  <a:srgbClr val="0F2341"/>
                </a:solidFill>
              </a:rPr>
              <a:t>Fixed lookup table; low compute cost but can stay inside FPGA to avoid extra CPU pass.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4846319"/>
            <a:ext cx="1120140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94360" y="4956047"/>
            <a:ext cx="1417320" cy="2446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dirty="0">
                <a:solidFill>
                  <a:srgbClr val="195EB4"/>
                </a:solidFill>
              </a:rPr>
              <a:t>Zero RLE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94560" y="4937759"/>
            <a:ext cx="4526280" cy="36317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dirty="0">
                <a:solidFill>
                  <a:srgbClr val="0F2341"/>
                </a:solidFill>
              </a:rPr>
              <a:t>Store DC plus pairs (</a:t>
            </a:r>
            <a:r>
              <a:rPr sz="1000" dirty="0" err="1">
                <a:solidFill>
                  <a:srgbClr val="0F2341"/>
                </a:solidFill>
              </a:rPr>
              <a:t>zero_run</a:t>
            </a:r>
            <a:r>
              <a:rPr sz="1000" dirty="0">
                <a:solidFill>
                  <a:srgbClr val="0F2341"/>
                </a:solidFill>
              </a:rPr>
              <a:t>, value) for non-zero AC coefficients; </a:t>
            </a:r>
            <a:r>
              <a:rPr sz="1000" dirty="0" err="1">
                <a:solidFill>
                  <a:srgbClr val="0F2341"/>
                </a:solidFill>
              </a:rPr>
              <a:t>num_pairs</a:t>
            </a:r>
            <a:r>
              <a:rPr sz="1000" dirty="0">
                <a:solidFill>
                  <a:srgbClr val="0F2341"/>
                </a:solidFill>
              </a:rPr>
              <a:t> marks valid output.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40" y="4937759"/>
            <a:ext cx="4617720" cy="36317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dirty="0">
                <a:solidFill>
                  <a:srgbClr val="0F2341"/>
                </a:solidFill>
              </a:rPr>
              <a:t>Variable output managed by fixed 63-pair slots; accelerate counting/writing while compression size uses </a:t>
            </a:r>
            <a:r>
              <a:rPr sz="1000" dirty="0" err="1">
                <a:solidFill>
                  <a:srgbClr val="0F2341"/>
                </a:solidFill>
              </a:rPr>
              <a:t>num_pairs</a:t>
            </a:r>
            <a:r>
              <a:rPr sz="1000" dirty="0">
                <a:solidFill>
                  <a:srgbClr val="0F2341"/>
                </a:solidFill>
              </a:rPr>
              <a:t>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5779008"/>
            <a:ext cx="11201400" cy="475488"/>
          </a:xfrm>
          <a:prstGeom prst="rect">
            <a:avLst/>
          </a:prstGeom>
          <a:solidFill>
            <a:srgbClr val="ECF4FF"/>
          </a:solidFill>
          <a:ln w="15240">
            <a:solidFill>
              <a:srgbClr val="BE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85800" y="5879592"/>
            <a:ext cx="10835640" cy="24006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dirty="0">
                <a:solidFill>
                  <a:srgbClr val="0A1F3D"/>
                </a:solidFill>
              </a:rPr>
              <a:t>Priority order for hardware: DCT first, </a:t>
            </a:r>
            <a:r>
              <a:rPr sz="1200" b="1" dirty="0" err="1">
                <a:solidFill>
                  <a:srgbClr val="0A1F3D"/>
                </a:solidFill>
              </a:rPr>
              <a:t>quantisation</a:t>
            </a:r>
            <a:r>
              <a:rPr sz="1200" b="1" dirty="0">
                <a:solidFill>
                  <a:srgbClr val="0A1F3D"/>
                </a:solidFill>
              </a:rPr>
              <a:t> second, zigzag/RLE third. This keeps a working fallback if integration time is limited.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74320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300" b="1" dirty="0">
                <a:solidFill>
                  <a:srgbClr val="0A1F3D"/>
                </a:solidFill>
              </a:rPr>
              <a:t>Acceleration model and expected performance</a:t>
            </a:r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dirty="0">
                <a:solidFill>
                  <a:srgbClr val="465469"/>
                </a:solidFill>
              </a:rPr>
              <a:t>The best speedup comes from accelerating repeated arithmetic, not file-format handling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260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200" b="0"/>
              <a:t>6</a:t>
            </a:fld>
            <a:endParaRPr lang="en-US" sz="1200" dirty="0"/>
          </a:p>
        </p:txBody>
      </p:sp>
      <p:sp>
        <p:nvSpPr>
          <p:cNvPr id="26" name="Rectangle 25"/>
          <p:cNvSpPr/>
          <p:nvPr/>
        </p:nvSpPr>
        <p:spPr>
          <a:xfrm>
            <a:off x="502920" y="1143000"/>
            <a:ext cx="5440680" cy="1051560"/>
          </a:xfrm>
          <a:prstGeom prst="rect">
            <a:avLst/>
          </a:prstGeom>
          <a:solidFill>
            <a:srgbClr val="FFFFFF"/>
          </a:solidFill>
          <a:ln w="15240">
            <a:solidFill>
              <a:srgbClr val="CD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1261872"/>
            <a:ext cx="1600200" cy="24006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dirty="0">
                <a:solidFill>
                  <a:srgbClr val="D22D37"/>
                </a:solidFill>
              </a:rPr>
              <a:t>Slowest baseline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1234440"/>
            <a:ext cx="3337560" cy="36317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0" dirty="0">
                <a:solidFill>
                  <a:srgbClr val="0F2341"/>
                </a:solidFill>
              </a:rPr>
              <a:t>Naive C++ direct 2D DCT + </a:t>
            </a:r>
            <a:r>
              <a:rPr sz="1000" b="0" dirty="0" err="1">
                <a:solidFill>
                  <a:srgbClr val="0F2341"/>
                </a:solidFill>
              </a:rPr>
              <a:t>quantisation</a:t>
            </a:r>
            <a:r>
              <a:rPr sz="1000" b="0" dirty="0">
                <a:solidFill>
                  <a:srgbClr val="0F2341"/>
                </a:solidFill>
              </a:rPr>
              <a:t> + zigzag + RLE on CPU. Useful as the slowest valid reference.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2395728"/>
            <a:ext cx="5440680" cy="114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CD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2542032"/>
            <a:ext cx="1600200" cy="24006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dirty="0">
                <a:solidFill>
                  <a:srgbClr val="EF7320"/>
                </a:solidFill>
              </a:rPr>
              <a:t>Fair baseline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31720" y="2487168"/>
            <a:ext cx="3337560" cy="36317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0" dirty="0" err="1">
                <a:solidFill>
                  <a:srgbClr val="0F2341"/>
                </a:solidFill>
              </a:rPr>
              <a:t>Optimised</a:t>
            </a:r>
            <a:r>
              <a:rPr sz="1000" b="0" dirty="0">
                <a:solidFill>
                  <a:srgbClr val="0F2341"/>
                </a:solidFill>
              </a:rPr>
              <a:t> CPU separable DCT with precomputed constants. This prevents inflated speedup claims.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749039"/>
            <a:ext cx="544068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CD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5800" y="3895344"/>
            <a:ext cx="1600200" cy="24006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dirty="0">
                <a:solidFill>
                  <a:srgbClr val="275FD6"/>
                </a:solidFill>
              </a:rPr>
              <a:t>FPGA target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3840480"/>
            <a:ext cx="3337560" cy="51706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0" dirty="0">
                <a:solidFill>
                  <a:srgbClr val="0F2341"/>
                </a:solidFill>
              </a:rPr>
              <a:t>Fixed-point separable DCT, pipelined loops, unrolled 8-point MACs, partitioned local arrays, FPGA zigzag/RLE if stable.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1143000"/>
            <a:ext cx="5440680" cy="3840480"/>
          </a:xfrm>
          <a:prstGeom prst="rect">
            <a:avLst/>
          </a:prstGeom>
          <a:solidFill>
            <a:srgbClr val="F8FAFD"/>
          </a:solidFill>
          <a:ln w="15240">
            <a:solidFill>
              <a:srgbClr val="CD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46520" y="1298448"/>
            <a:ext cx="5029200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500" b="1">
                <a:solidFill>
                  <a:srgbClr val="0A1F3D"/>
                </a:solidFill>
              </a:rPr>
              <a:t>Acceleration potential by stage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1737360"/>
            <a:ext cx="1051560" cy="24006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dirty="0">
                <a:solidFill>
                  <a:srgbClr val="275FD6"/>
                </a:solidFill>
              </a:rPr>
              <a:t>DCT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1737360"/>
            <a:ext cx="1143000" cy="22467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1" dirty="0">
                <a:solidFill>
                  <a:srgbClr val="0F2341"/>
                </a:solidFill>
              </a:rPr>
              <a:t>Very high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20" y="1719072"/>
            <a:ext cx="2834640" cy="39395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en-US" sz="1100" b="0" dirty="0">
                <a:solidFill>
                  <a:srgbClr val="0F2341"/>
                </a:solidFill>
              </a:rPr>
              <a:t>C</a:t>
            </a:r>
            <a:r>
              <a:rPr sz="1100" b="0" dirty="0">
                <a:solidFill>
                  <a:srgbClr val="0F2341"/>
                </a:solidFill>
              </a:rPr>
              <a:t>ore compute bottleneck; parallel MAC pipelines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2340864"/>
            <a:ext cx="1051560" cy="24006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dirty="0" err="1">
                <a:solidFill>
                  <a:srgbClr val="17965F"/>
                </a:solidFill>
              </a:rPr>
              <a:t>Quantise</a:t>
            </a:r>
            <a:endParaRPr sz="1200" b="1" dirty="0">
              <a:solidFill>
                <a:srgbClr val="17965F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498079" y="2340864"/>
            <a:ext cx="11430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1" dirty="0">
                <a:solidFill>
                  <a:srgbClr val="0F2341"/>
                </a:solidFill>
              </a:rPr>
              <a:t>Medium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20" y="2322576"/>
            <a:ext cx="2834640" cy="22467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0" dirty="0">
                <a:solidFill>
                  <a:srgbClr val="0F2341"/>
                </a:solidFill>
              </a:rPr>
              <a:t>64 independent coefficient divisions/scales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944368"/>
            <a:ext cx="1051560" cy="24006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dirty="0">
                <a:solidFill>
                  <a:srgbClr val="6460DC"/>
                </a:solidFill>
              </a:rPr>
              <a:t>Zigzag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79" y="2944368"/>
            <a:ext cx="11430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1" dirty="0">
                <a:solidFill>
                  <a:srgbClr val="0F2341"/>
                </a:solidFill>
              </a:rPr>
              <a:t>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2926080"/>
            <a:ext cx="2834640" cy="22775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en-US" sz="1100" dirty="0">
                <a:solidFill>
                  <a:srgbClr val="0F2341"/>
                </a:solidFill>
              </a:rPr>
              <a:t>F</a:t>
            </a:r>
            <a:r>
              <a:rPr sz="1100" b="0" dirty="0">
                <a:solidFill>
                  <a:srgbClr val="0F2341"/>
                </a:solidFill>
              </a:rPr>
              <a:t>ixed index reorder; useful to keep on FPGA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3547872"/>
            <a:ext cx="1051560" cy="24006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dirty="0">
                <a:solidFill>
                  <a:srgbClr val="EF7320"/>
                </a:solidFill>
              </a:rPr>
              <a:t>RLE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79" y="3547872"/>
            <a:ext cx="11430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1" dirty="0">
                <a:solidFill>
                  <a:srgbClr val="0F2341"/>
                </a:solidFill>
              </a:rPr>
              <a:t>Medium /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3529584"/>
            <a:ext cx="2834640" cy="40011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en-US" sz="1100" dirty="0">
                <a:solidFill>
                  <a:srgbClr val="0F2341"/>
                </a:solidFill>
              </a:rPr>
              <a:t>Z</a:t>
            </a:r>
            <a:r>
              <a:rPr sz="1100" b="0" dirty="0">
                <a:solidFill>
                  <a:srgbClr val="0F2341"/>
                </a:solidFill>
              </a:rPr>
              <a:t>ero counting is simple; variable output needs fixed slots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151376"/>
            <a:ext cx="1051560" cy="24006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dirty="0">
                <a:solidFill>
                  <a:srgbClr val="D22D37"/>
                </a:solidFill>
              </a:rPr>
              <a:t>Transfers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79" y="4151376"/>
            <a:ext cx="11430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1" dirty="0">
                <a:solidFill>
                  <a:srgbClr val="0F2341"/>
                </a:solidFill>
              </a:rPr>
              <a:t>Risk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32520" y="4133088"/>
            <a:ext cx="2834640" cy="40011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en-US" sz="1100" dirty="0">
                <a:solidFill>
                  <a:srgbClr val="0F2341"/>
                </a:solidFill>
              </a:rPr>
              <a:t>M</a:t>
            </a:r>
            <a:r>
              <a:rPr sz="1100" b="0" dirty="0">
                <a:solidFill>
                  <a:srgbClr val="0F2341"/>
                </a:solidFill>
              </a:rPr>
              <a:t>easure kernel-only and end-to-end separately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5349240"/>
            <a:ext cx="11201400" cy="658368"/>
          </a:xfrm>
          <a:prstGeom prst="rect">
            <a:avLst/>
          </a:prstGeom>
          <a:solidFill>
            <a:srgbClr val="ECF4FF"/>
          </a:solidFill>
          <a:ln w="15240">
            <a:solidFill>
              <a:srgbClr val="BE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77240" y="5504688"/>
            <a:ext cx="2377440" cy="24006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dirty="0">
                <a:solidFill>
                  <a:srgbClr val="0A1F3D"/>
                </a:solidFill>
              </a:rPr>
              <a:t>Expected </a:t>
            </a:r>
            <a:r>
              <a:rPr lang="en-US" sz="1200" b="1" dirty="0">
                <a:solidFill>
                  <a:srgbClr val="0A1F3D"/>
                </a:solidFill>
              </a:rPr>
              <a:t>speedup </a:t>
            </a:r>
            <a:r>
              <a:rPr sz="1200" b="1" dirty="0">
                <a:solidFill>
                  <a:srgbClr val="0A1F3D"/>
                </a:solidFill>
              </a:rPr>
              <a:t>range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71800" y="5504688"/>
            <a:ext cx="2194560" cy="24006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dirty="0">
                <a:solidFill>
                  <a:srgbClr val="275FD6"/>
                </a:solidFill>
              </a:rPr>
              <a:t>20x-100x vs naive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57800" y="5504688"/>
            <a:ext cx="2286000" cy="2446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dirty="0">
                <a:solidFill>
                  <a:srgbClr val="275FD6"/>
                </a:solidFill>
              </a:rPr>
              <a:t>5x-30x vs fair CPU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5504688"/>
            <a:ext cx="2286000" cy="2446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dirty="0">
                <a:solidFill>
                  <a:srgbClr val="275FD6"/>
                </a:solidFill>
              </a:rPr>
              <a:t>2x-15x end-to-end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38360" y="5504688"/>
            <a:ext cx="1691640" cy="2446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dirty="0">
                <a:solidFill>
                  <a:srgbClr val="D22D37"/>
                </a:solidFill>
              </a:rPr>
              <a:t>Target: 3x-10x overall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74320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Investigation so far and project plan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6070"/>
                </a:solidFill>
              </a:rPr>
              <a:t>Four-week implementation path from CPU reference to KV260 measurements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05840" y="2066544"/>
            <a:ext cx="10012680" cy="0"/>
          </a:xfrm>
          <a:prstGeom prst="line">
            <a:avLst/>
          </a:prstGeom>
          <a:noFill/>
          <a:ln w="16510">
            <a:solidFill>
              <a:srgbClr val="B4C1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1892808"/>
            <a:ext cx="347472" cy="347472"/>
          </a:xfrm>
          <a:prstGeom prst="ellipse">
            <a:avLst/>
          </a:prstGeom>
          <a:solidFill>
            <a:srgbClr val="146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5331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Week 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9456" y="24871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63FF"/>
                </a:solidFill>
              </a:rPr>
              <a:t>Software reference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" y="2889504"/>
            <a:ext cx="22402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033"/>
                </a:solidFill>
              </a:rPr>
              <a:t>PGM/raw image loader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72033"/>
                </a:solidFill>
              </a:rPr>
              <a:t>CPU DCT + quant + zigzag + RLE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72033"/>
                </a:solidFill>
              </a:rPr>
              <a:t>Decompression + PSNR/MSE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22192" y="1892808"/>
            <a:ext cx="347472" cy="347472"/>
          </a:xfrm>
          <a:prstGeom prst="ellipse">
            <a:avLst/>
          </a:prstGeom>
          <a:solidFill>
            <a:srgbClr val="1D7F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21024" y="135331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Week 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24871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7F5F"/>
                </a:solidFill>
              </a:rPr>
              <a:t>HLS kernel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62072" y="2889504"/>
            <a:ext cx="22402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033"/>
                </a:solidFill>
              </a:rPr>
              <a:t>C simulation and testbench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72033"/>
                </a:solidFill>
              </a:rPr>
              <a:t>DCT + quant first, then zigzag/RLE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72033"/>
                </a:solidFill>
              </a:rPr>
              <a:t>Inspect latency, II and resources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20256" y="1892808"/>
            <a:ext cx="347472" cy="347472"/>
          </a:xfrm>
          <a:prstGeom prst="ellipse">
            <a:avLst/>
          </a:prstGeom>
          <a:solidFill>
            <a:srgbClr val="E077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35331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Week 7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15584" y="24871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772F"/>
                </a:solidFill>
              </a:rPr>
              <a:t>KV260 integration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0136" y="2889504"/>
            <a:ext cx="22402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033"/>
                </a:solidFill>
              </a:rPr>
              <a:t>Build xclbin and host app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72033"/>
                </a:solidFill>
              </a:rPr>
              <a:t>AXI buffer transfer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72033"/>
                </a:solidFill>
              </a:rPr>
              <a:t>Run on board and verify output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418320" y="1892808"/>
            <a:ext cx="347472" cy="347472"/>
          </a:xfrm>
          <a:prstGeom prst="ellipse">
            <a:avLst/>
          </a:prstGeom>
          <a:solidFill>
            <a:srgbClr val="6955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17152" y="135331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Week 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13648" y="24871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955D9"/>
                </a:solidFill>
              </a:rPr>
              <a:t>Optimisation + report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99585" y="2889504"/>
            <a:ext cx="237744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033"/>
                </a:solidFill>
              </a:rPr>
              <a:t>Pipeline, unroll, partition, fixed point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72033"/>
                </a:solidFill>
              </a:rPr>
              <a:t>Collect speedup, compression and energy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72033"/>
                </a:solidFill>
              </a:rPr>
              <a:t>Prepare demo, slides and report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4944" y="480974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Investigation completed / decisions made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4944" y="5166360"/>
            <a:ext cx="4892040" cy="7680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sz="1000" dirty="0">
                <a:solidFill>
                  <a:srgbClr val="0F2341"/>
                </a:solidFill>
              </a:rPr>
              <a:t>Use grayscale images to avoid RGB and </a:t>
            </a:r>
            <a:r>
              <a:rPr sz="1000" dirty="0" err="1">
                <a:solidFill>
                  <a:srgbClr val="0F2341"/>
                </a:solidFill>
              </a:rPr>
              <a:t>colour</a:t>
            </a:r>
            <a:r>
              <a:rPr sz="1000" dirty="0">
                <a:solidFill>
                  <a:srgbClr val="0F2341"/>
                </a:solidFill>
              </a:rPr>
              <a:t>-space complexity.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1000" dirty="0">
                <a:solidFill>
                  <a:srgbClr val="0F2341"/>
                </a:solidFill>
              </a:rPr>
              <a:t>Use simplified JPEG-style pipeline rather than full JPEG bitstream.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1000" dirty="0">
                <a:solidFill>
                  <a:srgbClr val="0F2341"/>
                </a:solidFill>
              </a:rPr>
              <a:t>Profile each stage separately so we can show where acceleration helps most.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1000" dirty="0">
                <a:solidFill>
                  <a:srgbClr val="0F2341"/>
                </a:solidFill>
              </a:rPr>
              <a:t>Use fixed maximum RLE output per block to avoid dynamic memory in HLS.</a:t>
            </a:r>
          </a:p>
        </p:txBody>
      </p:sp>
      <p:sp>
        <p:nvSpPr>
          <p:cNvPr id="23" name="Text 21"/>
          <p:cNvSpPr/>
          <p:nvPr/>
        </p:nvSpPr>
        <p:spPr>
          <a:xfrm>
            <a:off x="6537960" y="480974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Planned evidence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11112" y="5166360"/>
            <a:ext cx="4800600" cy="7680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sz="1000" dirty="0">
                <a:solidFill>
                  <a:srgbClr val="0F2341"/>
                </a:solidFill>
              </a:rPr>
              <a:t>CPU vs FPGA runtime table for DCT, </a:t>
            </a:r>
            <a:r>
              <a:rPr sz="1000" dirty="0" err="1">
                <a:solidFill>
                  <a:srgbClr val="0F2341"/>
                </a:solidFill>
              </a:rPr>
              <a:t>quantisation</a:t>
            </a:r>
            <a:r>
              <a:rPr sz="1000" dirty="0">
                <a:solidFill>
                  <a:srgbClr val="0F2341"/>
                </a:solidFill>
              </a:rPr>
              <a:t>, zigzag/RLE and full kernel.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sz="1000" dirty="0">
                <a:solidFill>
                  <a:srgbClr val="0F2341"/>
                </a:solidFill>
              </a:rPr>
              <a:t>Compression ratio vs PSNR for multiple </a:t>
            </a:r>
            <a:r>
              <a:rPr sz="1000" dirty="0" err="1">
                <a:solidFill>
                  <a:srgbClr val="0F2341"/>
                </a:solidFill>
              </a:rPr>
              <a:t>quantisation</a:t>
            </a:r>
            <a:r>
              <a:rPr sz="1000" dirty="0">
                <a:solidFill>
                  <a:srgbClr val="0F2341"/>
                </a:solidFill>
              </a:rPr>
              <a:t> scales.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sz="1000" dirty="0">
                <a:solidFill>
                  <a:srgbClr val="0F2341"/>
                </a:solidFill>
              </a:rPr>
              <a:t>Resource usage, data-transfer overhead and stage-level acceleration discussion.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260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200" b="0"/>
              <a:t>7</a:t>
            </a:fld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74320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contingencies and team roles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6070"/>
                </a:solidFill>
              </a:rPr>
              <a:t>Keep the scope tight: DCT + quantisation first, then zigzag, then RLE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11704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2D39"/>
                </a:solidFill>
              </a:rPr>
              <a:t>RLE variable output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816352" y="1143000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Use fixed 63-pair slots per block and store num_pairs; report actual compressed size separately from allocated buffer.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" y="1673352"/>
            <a:ext cx="5788152" cy="22860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9751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72F"/>
                </a:solidFill>
              </a:rPr>
              <a:t>DCT numerical mismatch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16352" y="1947672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Start with CPU float reference, then fixed-point HLS. Use tolerances and PSNR rather than exact coefficient equality.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" y="2478024"/>
            <a:ext cx="5788152" cy="22860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78563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63FF"/>
                </a:solidFill>
              </a:rPr>
              <a:t>Transfer overhead hides speedup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16352" y="2752344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Measure kernel-only and end-to-end times; test larger images such as 512x512 or 1024x1024 if stable.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13232" y="3282696"/>
            <a:ext cx="5788152" cy="22860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58444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955D9"/>
                </a:solidFill>
              </a:rPr>
              <a:t>Schedule risk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16352" y="3557016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Minimum fallback: FPGA accelerates DCT + quantisation; zigzag/RLE can run in software if integration time is tight.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3232" y="4087368"/>
            <a:ext cx="5788152" cy="22860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03720" y="1097280"/>
            <a:ext cx="4434840" cy="4279392"/>
          </a:xfrm>
          <a:prstGeom prst="roundRect">
            <a:avLst>
              <a:gd name="adj" fmla="val 1068"/>
            </a:avLst>
          </a:prstGeom>
          <a:solidFill>
            <a:srgbClr val="FFFFFF"/>
          </a:solidFill>
          <a:ln w="9525">
            <a:solidFill>
              <a:srgbClr val="C5D0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87184" y="1371600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Proposed team roles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05472" y="190383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63FF"/>
                </a:solidFill>
              </a:rPr>
              <a:t>Member 1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1463FF"/>
                </a:solidFill>
              </a:rPr>
              <a:t>zid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11312" y="1847088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Software baseline, image I/O, inverse path, PSNR/MSE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205472" y="261706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7F5F"/>
                </a:solidFill>
              </a:rPr>
              <a:t>Member 2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1D7F5F"/>
                </a:solidFill>
              </a:rPr>
              <a:t>zid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11312" y="2560320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HLS DCT + quantisation kernel and fixed-point design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205472" y="333029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72F"/>
                </a:solidFill>
              </a:rPr>
              <a:t>Member 3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E0772F"/>
                </a:solidFill>
              </a:rPr>
              <a:t>zid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11312" y="3273552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Zigzag/RLE format, compression ratio, test vectors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05472" y="404352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955D9"/>
                </a:solidFill>
              </a:rPr>
              <a:t>Member 4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6955D9"/>
                </a:solidFill>
              </a:rPr>
              <a:t>Zid</a:t>
            </a:r>
            <a:endParaRPr lang="en-US" sz="1000" b="1" dirty="0">
              <a:solidFill>
                <a:srgbClr val="6955D9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8211312" y="3986784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KV260 integration, host code, timing, resource/energy results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9808" y="5532120"/>
            <a:ext cx="10561320" cy="512064"/>
          </a:xfrm>
          <a:prstGeom prst="roundRect">
            <a:avLst>
              <a:gd name="adj" fmla="val 5357"/>
            </a:avLst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5687568"/>
            <a:ext cx="10149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Final deliverable: a working FPGA-assisted compressor with measured speedup, quality loss, compression ratio, resources, and a clear explanation of limitations.</a:t>
            </a:r>
            <a:endParaRPr lang="en-US" sz="10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260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200" b="0"/>
              <a:t>8</a:t>
            </a:fld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1303</Words>
  <Application>Microsoft Office PowerPoint</Application>
  <PresentationFormat>Widescreen</PresentationFormat>
  <Paragraphs>178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COMP4601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JPEG-Style Grayscale Image Compression Acceleration on Kria KV260</dc:title>
  <dc:subject>COMP4601 project plan</dc:subject>
  <dc:creator>OpenAI</dc:creator>
  <cp:lastModifiedBy>Abhishek Poddar</cp:lastModifiedBy>
  <cp:revision>1</cp:revision>
  <dcterms:created xsi:type="dcterms:W3CDTF">2026-06-29T02:31:37Z</dcterms:created>
  <dcterms:modified xsi:type="dcterms:W3CDTF">2026-06-30T04:10:34Z</dcterms:modified>
</cp:coreProperties>
</file>